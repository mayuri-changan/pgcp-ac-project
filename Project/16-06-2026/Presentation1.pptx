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ZimTWLKLx0aoCHH1RmXzDuoVO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4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1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6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1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8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8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0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0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1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1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D2CDB0"/>
          </a:solidFill>
          <a:ln>
            <a:noFill/>
          </a:ln>
        </p:spPr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2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3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2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2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/>
        </p:nvSpPr>
        <p:spPr>
          <a:xfrm>
            <a:off x="1223963" y="569499"/>
            <a:ext cx="9744074" cy="5349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 Arena: Interview Preparation Platform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   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Aaron Prasad				(260245920001)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Aishwarya Chaudhari 		(260245920006)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Akash Patel					(260245920008)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Mayuri Changan			(260245920016)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Himanshu Maurya			(260245920026)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/>
        </p:nvSpPr>
        <p:spPr>
          <a:xfrm>
            <a:off x="1223963" y="569499"/>
            <a:ext cx="9744074" cy="5570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indent="-457200" lvl="0" marL="457200" marR="0" rtl="0" algn="just">
              <a:spcBef>
                <a:spcPts val="1413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  <a:p>
            <a:pPr indent="-457200" lvl="0" marL="457200" marR="0" rtl="0" algn="just">
              <a:spcBef>
                <a:spcPts val="1413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  <a:endParaRPr/>
          </a:p>
          <a:p>
            <a:pPr indent="-457200" lvl="0" marL="457200" marR="0" rtl="0" algn="just">
              <a:spcBef>
                <a:spcPts val="1413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/ Functionality</a:t>
            </a:r>
            <a:endParaRPr/>
          </a:p>
          <a:p>
            <a:pPr indent="-457200" lvl="0" marL="457200" marR="0" rtl="0" algn="just">
              <a:spcBef>
                <a:spcPts val="1413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Outcomes</a:t>
            </a:r>
            <a:endParaRPr/>
          </a:p>
          <a:p>
            <a:pPr indent="-457200" lvl="0" marL="457200" marR="0" rtl="0" algn="just">
              <a:spcBef>
                <a:spcPts val="1413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/>
          </a:p>
          <a:p>
            <a:pPr indent="-457200" lvl="0" marL="457200" marR="0" rtl="0" algn="just">
              <a:spcBef>
                <a:spcPts val="1413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/>
        </p:nvSpPr>
        <p:spPr>
          <a:xfrm>
            <a:off x="1223963" y="569499"/>
            <a:ext cx="9744074" cy="36266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 Arena is a full-stack web application that provides a unified platform for computer science interview preparation. </a:t>
            </a:r>
            <a:endParaRPr/>
          </a:p>
          <a:p>
            <a:pPr indent="-457200" lvl="0" marL="457200" marR="0" rtl="0" algn="just">
              <a:spcBef>
                <a:spcPts val="141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enables users to practice coding problems, access structured learning resources, and prepare for technical interviews through an integrated dashboard.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/>
        </p:nvSpPr>
        <p:spPr>
          <a:xfrm>
            <a:off x="581026" y="340899"/>
            <a:ext cx="2833687" cy="1248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Diagram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3825" y="-442913"/>
            <a:ext cx="9737149" cy="6819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/>
        </p:nvSpPr>
        <p:spPr>
          <a:xfrm>
            <a:off x="637310" y="307129"/>
            <a:ext cx="3733799" cy="1248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Diagram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3550" y="18968"/>
            <a:ext cx="4600575" cy="6302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/>
        </p:nvSpPr>
        <p:spPr>
          <a:xfrm>
            <a:off x="637310" y="307129"/>
            <a:ext cx="282026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7820" y="106502"/>
            <a:ext cx="8171896" cy="61799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637310" y="1831129"/>
            <a:ext cx="28202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Login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1371" y="185738"/>
            <a:ext cx="7366957" cy="610076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 txBox="1"/>
          <p:nvPr/>
        </p:nvSpPr>
        <p:spPr>
          <a:xfrm>
            <a:off x="637310" y="307129"/>
            <a:ext cx="282026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637310" y="1831129"/>
            <a:ext cx="34632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Submission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/>
        </p:nvSpPr>
        <p:spPr>
          <a:xfrm>
            <a:off x="637310" y="307129"/>
            <a:ext cx="108498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Diagram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60999"/>
            <a:ext cx="12192000" cy="4975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/>
        </p:nvSpPr>
        <p:spPr>
          <a:xfrm>
            <a:off x="637310" y="307129"/>
            <a:ext cx="33989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 Diagram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1075" y="93175"/>
            <a:ext cx="3298424" cy="618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/>
        </p:nvSpPr>
        <p:spPr>
          <a:xfrm>
            <a:off x="1223963" y="569499"/>
            <a:ext cx="9744074" cy="3513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</a:t>
            </a:r>
            <a:endParaRPr/>
          </a:p>
          <a:p>
            <a:pPr indent="-457200" lvl="0" marL="457200" marR="0" rtl="0" algn="just">
              <a:lnSpc>
                <a:spcPct val="150000"/>
              </a:lnSpc>
              <a:spcBef>
                <a:spcPts val="141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Boot + .Net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141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/>
          <p:nvPr/>
        </p:nvSpPr>
        <p:spPr>
          <a:xfrm>
            <a:off x="1223963" y="2559924"/>
            <a:ext cx="9744074" cy="1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You!!!!!</a:t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2026-06-15T17:23:41Z</dcterms:created>
  <dc:creator>Dinesh Maurya</dc:creator>
</cp:coreProperties>
</file>